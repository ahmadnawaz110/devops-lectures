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4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5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7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5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0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5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1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2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9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04E63-9316-422B-941F-27065FDD923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A2D7D-6ABC-4A2C-9918-18BBA1C4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84427"/>
              </p:ext>
            </p:extLst>
          </p:nvPr>
        </p:nvGraphicFramePr>
        <p:xfrm>
          <a:off x="1126836" y="1786415"/>
          <a:ext cx="9109364" cy="4023360"/>
        </p:xfrm>
        <a:graphic>
          <a:graphicData uri="http://schemas.openxmlformats.org/drawingml/2006/table">
            <a:tbl>
              <a:tblPr/>
              <a:tblGrid>
                <a:gridCol w="2521528">
                  <a:extLst>
                    <a:ext uri="{9D8B030D-6E8A-4147-A177-3AD203B41FA5}">
                      <a16:colId xmlns:a16="http://schemas.microsoft.com/office/drawing/2014/main" val="2228596049"/>
                    </a:ext>
                  </a:extLst>
                </a:gridCol>
                <a:gridCol w="6587836">
                  <a:extLst>
                    <a:ext uri="{9D8B030D-6E8A-4147-A177-3AD203B41FA5}">
                      <a16:colId xmlns:a16="http://schemas.microsoft.com/office/drawing/2014/main" val="1045449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57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[ $a -</a:t>
                      </a:r>
                      <a:r>
                        <a:rPr lang="en-US" dirty="0" err="1">
                          <a:effectLst/>
                        </a:rPr>
                        <a:t>eq</a:t>
                      </a:r>
                      <a:r>
                        <a:rPr lang="en-US" dirty="0">
                          <a:effectLst/>
                        </a:rPr>
                        <a:t> $b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True if a is equal to 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90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$a -ne $b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a is not equal to 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59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$a -gt $b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a is greater than 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27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$a -lt $b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a is less than 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70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-f "$file"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file exists and is a regular file.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475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-d "$dir"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dir exists and is a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76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-z "$string"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string is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1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-n "$string"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string is not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69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"$a" == "$b"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 a is equal to b (string comparison).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44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[ "$a" != "$b"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True if a is not equal to 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507165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69963" y="307122"/>
            <a:ext cx="585769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Conditions in if 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2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199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Common Conditions in if 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Conditions in if Statements </dc:title>
  <dc:creator>Ahmad</dc:creator>
  <cp:lastModifiedBy>Ahmad</cp:lastModifiedBy>
  <cp:revision>1</cp:revision>
  <dcterms:created xsi:type="dcterms:W3CDTF">2025-02-09T03:54:48Z</dcterms:created>
  <dcterms:modified xsi:type="dcterms:W3CDTF">2025-02-10T10:05:06Z</dcterms:modified>
</cp:coreProperties>
</file>