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97" r:id="rId2"/>
    <p:sldId id="314" r:id="rId3"/>
    <p:sldId id="380" r:id="rId4"/>
    <p:sldId id="383" r:id="rId5"/>
    <p:sldId id="381" r:id="rId6"/>
    <p:sldId id="384" r:id="rId7"/>
    <p:sldId id="385" r:id="rId8"/>
    <p:sldId id="386" r:id="rId9"/>
    <p:sldId id="388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8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8C529-43AD-492C-BD00-7663F000CDBF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5CC1E-72FA-4E57-BA7F-FC1221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5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ABFB-0481-4CC5-ABF9-2C4CE9D12409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1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DBEC-91FA-447A-8AB9-A8DB16DAAB17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4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43D-2555-4A57-B8EB-75C7F91B71C6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2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8C4-1FBA-4FE5-8D28-8C27B7466E79}" type="datetime1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5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682A9-2A64-4335-8BB6-EA1B5FE288A5}" type="datetime1">
              <a:rPr lang="en-US" smtClean="0"/>
              <a:t>4/28/2022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6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C89B2-6DED-445A-9AF5-74F690F84E78}" type="datetime1">
              <a:rPr lang="en-US" smtClean="0"/>
              <a:t>4/28/2022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7014-808B-4A34-9722-060A0C8B943A}" type="datetime1">
              <a:rPr lang="en-US" smtClean="0"/>
              <a:t>4/28/2022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8D58-A862-414E-9423-46150B41CA14}" type="datetime1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09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6D00-FA0D-4D29-83D4-DD5A6DDF16E7}" type="datetime1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7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5918-257A-4095-BDEB-73BDDEB4A29E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10D01-121F-4BE4-9A0D-9D74E07BA582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012F9-413F-48FB-8539-50B5C9E7D155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2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bucket-plugins.github.i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bucket.herokuapp.com/signin?redirect=/" TargetMode="External"/><Relationship Id="rId2" Type="http://schemas.openxmlformats.org/officeDocument/2006/relationships/hyperlink" Target="https://index.scala-lang.org/gitbucket/gitbucket/gitbucket/4.37.2?binaryVersion=_2.13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rifturi/BCS-VII-A-DevOps.gi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git@github.com:sharifturi/DevOps-BCS-B.gi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USERNAME/REPOSITORY.git" TargetMode="External"/><Relationship Id="rId2" Type="http://schemas.openxmlformats.org/officeDocument/2006/relationships/hyperlink" Target="https://github.com/USERNAME/REPOSITORY.gi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314" y="403907"/>
            <a:ext cx="10787742" cy="719500"/>
          </a:xfrm>
        </p:spPr>
        <p:txBody>
          <a:bodyPr>
            <a:normAutofit/>
          </a:bodyPr>
          <a:lstStyle/>
          <a:p>
            <a:pPr algn="l"/>
            <a:r>
              <a:rPr lang="en-US" sz="4000" b="1" i="1" dirty="0" smtClean="0"/>
              <a:t>Previous Lecture</a:t>
            </a:r>
            <a:endParaRPr lang="en-US" sz="4000" b="1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314" y="1435415"/>
            <a:ext cx="10787741" cy="5017317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Git</a:t>
            </a:r>
            <a:endParaRPr lang="en-US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GitHub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Create a GitHub account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Git Commands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71855" y="6087608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5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388" y="2913651"/>
            <a:ext cx="9144000" cy="962706"/>
          </a:xfrm>
        </p:spPr>
        <p:txBody>
          <a:bodyPr>
            <a:normAutofit/>
          </a:bodyPr>
          <a:lstStyle/>
          <a:p>
            <a:r>
              <a:rPr lang="en-US" dirty="0" smtClean="0"/>
              <a:t>Lecture-09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697" y="3876357"/>
            <a:ext cx="9144000" cy="1655762"/>
          </a:xfrm>
        </p:spPr>
        <p:txBody>
          <a:bodyPr/>
          <a:lstStyle/>
          <a:p>
            <a:r>
              <a:rPr lang="en-US" i="1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87971" y="6153150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z="1600" smtClean="0"/>
              <a:t>2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3458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314" y="403907"/>
            <a:ext cx="10787742" cy="719500"/>
          </a:xfrm>
        </p:spPr>
        <p:txBody>
          <a:bodyPr>
            <a:normAutofit/>
          </a:bodyPr>
          <a:lstStyle/>
          <a:p>
            <a:pPr algn="l"/>
            <a:r>
              <a:rPr lang="en-US" sz="4000" b="1" i="1" dirty="0"/>
              <a:t>Contents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314" y="1435415"/>
            <a:ext cx="10787741" cy="5017317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GitBucket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Git Commands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Class activity Github repository as team </a:t>
            </a:r>
            <a:r>
              <a:rPr lang="en-US" dirty="0" smtClean="0"/>
              <a:t>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71855" y="6087608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9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GitBucket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GitBucket is a Git web platform powered by Scala offering: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Easy installation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Intuitive UI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High extensibility by </a:t>
            </a:r>
            <a:r>
              <a:rPr lang="en-US" dirty="0" smtClean="0"/>
              <a:t>plugins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API </a:t>
            </a:r>
            <a:r>
              <a:rPr lang="en-US" dirty="0"/>
              <a:t>compatibility with </a:t>
            </a:r>
            <a:r>
              <a:rPr lang="en-US" dirty="0" smtClean="0"/>
              <a:t>GitHub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58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Scala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Scala is a general-purpose, high-level, multi-paradigm programming </a:t>
            </a:r>
            <a:r>
              <a:rPr lang="en-US" sz="2400" dirty="0" smtClean="0"/>
              <a:t>language.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It </a:t>
            </a:r>
            <a:r>
              <a:rPr lang="en-US" sz="2400" dirty="0"/>
              <a:t>is a pure object-oriented programming language which also provides support to the functional programming </a:t>
            </a:r>
            <a:r>
              <a:rPr lang="en-US" sz="2400" dirty="0" smtClean="0"/>
              <a:t>approach.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Scala </a:t>
            </a:r>
            <a:r>
              <a:rPr lang="en-US" sz="2400" dirty="0"/>
              <a:t>programs can convert to bytecodes and can run on the JVM (Java Virtual Machine</a:t>
            </a:r>
            <a:r>
              <a:rPr lang="en-US" sz="2400" dirty="0" smtClean="0"/>
              <a:t>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Scala </a:t>
            </a:r>
            <a:r>
              <a:rPr lang="en-US" sz="2400" dirty="0"/>
              <a:t>stands for Scalable language</a:t>
            </a:r>
            <a:r>
              <a:rPr lang="en-US" sz="2400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25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b="1" i="1" dirty="0"/>
              <a:t>GitBucket </a:t>
            </a:r>
            <a:r>
              <a:rPr lang="en-US" b="1" dirty="0" smtClean="0"/>
              <a:t>Features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has a GitHub-like user interface, with </a:t>
            </a:r>
            <a:r>
              <a:rPr lang="en-US" dirty="0" smtClean="0"/>
              <a:t>features: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Public </a:t>
            </a:r>
            <a:r>
              <a:rPr lang="en-US" dirty="0"/>
              <a:t>/ Private Git repositories (with http/https and </a:t>
            </a:r>
            <a:r>
              <a:rPr lang="en-US" dirty="0" err="1"/>
              <a:t>ssh</a:t>
            </a:r>
            <a:r>
              <a:rPr lang="en-US" dirty="0"/>
              <a:t> </a:t>
            </a:r>
            <a:r>
              <a:rPr lang="en-US" dirty="0" smtClean="0"/>
              <a:t>access)</a:t>
            </a:r>
          </a:p>
          <a:p>
            <a:pPr lvl="1">
              <a:lnSpc>
                <a:spcPct val="150000"/>
              </a:lnSpc>
            </a:pPr>
            <a:r>
              <a:rPr lang="en-US" dirty="0" err="1" smtClean="0"/>
              <a:t>GitLFS</a:t>
            </a:r>
            <a:r>
              <a:rPr lang="en-US" dirty="0" smtClean="0"/>
              <a:t> (</a:t>
            </a:r>
            <a:r>
              <a:rPr lang="fr-FR" sz="1600" b="1" i="1" dirty="0" smtClean="0"/>
              <a:t>Large File Storage</a:t>
            </a:r>
            <a:r>
              <a:rPr lang="fr-FR" dirty="0" smtClean="0"/>
              <a:t>) </a:t>
            </a:r>
            <a:r>
              <a:rPr lang="en-US" dirty="0"/>
              <a:t>support </a:t>
            </a:r>
            <a:r>
              <a:rPr lang="fr-FR" dirty="0"/>
              <a:t> 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Repository </a:t>
            </a:r>
            <a:r>
              <a:rPr lang="en-US" dirty="0"/>
              <a:t>viewer including an online file </a:t>
            </a:r>
            <a:r>
              <a:rPr lang="en-US" dirty="0" smtClean="0"/>
              <a:t>editor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Issues</a:t>
            </a:r>
            <a:r>
              <a:rPr lang="en-US" dirty="0"/>
              <a:t>, Pull Requests and Wiki for </a:t>
            </a:r>
            <a:r>
              <a:rPr lang="en-US" dirty="0" smtClean="0"/>
              <a:t>repositories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Activity </a:t>
            </a:r>
            <a:r>
              <a:rPr lang="en-US" dirty="0"/>
              <a:t>timeline and email </a:t>
            </a:r>
            <a:r>
              <a:rPr lang="en-US" dirty="0" smtClean="0"/>
              <a:t>notifications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Account </a:t>
            </a:r>
            <a:r>
              <a:rPr lang="en-US" dirty="0"/>
              <a:t>and group management with LDAP </a:t>
            </a:r>
            <a:r>
              <a:rPr lang="en-US" dirty="0" smtClean="0"/>
              <a:t>integration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 Plug-in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23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b="1" i="1" dirty="0" smtClean="0"/>
              <a:t>GitBucket </a:t>
            </a:r>
            <a:r>
              <a:rPr lang="en-US" b="1" dirty="0" smtClean="0"/>
              <a:t>Plugins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GitBucket </a:t>
            </a:r>
            <a:r>
              <a:rPr lang="en-US" dirty="0"/>
              <a:t>has a plug-in system that allows extra </a:t>
            </a:r>
            <a:r>
              <a:rPr lang="en-US" dirty="0" smtClean="0"/>
              <a:t>functionality.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1" dirty="0" smtClean="0"/>
              <a:t>gitbucket-gist-plugin</a:t>
            </a:r>
          </a:p>
          <a:p>
            <a:pPr lvl="2">
              <a:lnSpc>
                <a:spcPct val="150000"/>
              </a:lnSpc>
            </a:pPr>
            <a:r>
              <a:rPr lang="en-US" dirty="0" smtClean="0"/>
              <a:t>A plug-in </a:t>
            </a:r>
            <a:r>
              <a:rPr lang="en-US" dirty="0"/>
              <a:t>which provides code snippet repository like </a:t>
            </a:r>
            <a:r>
              <a:rPr lang="en-US" dirty="0" smtClean="0"/>
              <a:t>Gist</a:t>
            </a:r>
            <a:endParaRPr lang="en-US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1" dirty="0"/>
              <a:t>gitbucket-emoji-plugin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This plug-in provides Emoji support for </a:t>
            </a:r>
            <a:r>
              <a:rPr lang="en-US" dirty="0" smtClean="0"/>
              <a:t>GitBucket.</a:t>
            </a:r>
          </a:p>
          <a:p>
            <a:pPr lvl="2">
              <a:lnSpc>
                <a:spcPct val="150000"/>
              </a:lnSpc>
            </a:pPr>
            <a:r>
              <a:rPr lang="en-US" dirty="0" smtClean="0"/>
              <a:t>Convert </a:t>
            </a:r>
            <a:r>
              <a:rPr lang="en-US" dirty="0"/>
              <a:t>Emoji directives in Markdown or other places as </a:t>
            </a:r>
            <a:r>
              <a:rPr lang="en-US" dirty="0" smtClean="0"/>
              <a:t>images</a:t>
            </a:r>
          </a:p>
          <a:p>
            <a:pPr lvl="2">
              <a:lnSpc>
                <a:spcPct val="150000"/>
              </a:lnSpc>
            </a:pPr>
            <a:r>
              <a:rPr lang="en-US" dirty="0" smtClean="0"/>
              <a:t>Suggest </a:t>
            </a:r>
            <a:r>
              <a:rPr lang="en-US" dirty="0"/>
              <a:t>Emoji directives in the </a:t>
            </a:r>
            <a:r>
              <a:rPr lang="en-US" dirty="0" err="1" smtClean="0"/>
              <a:t>textarea</a:t>
            </a: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72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b="1" i="1" dirty="0" smtClean="0"/>
              <a:t>GitBucket </a:t>
            </a:r>
            <a:r>
              <a:rPr lang="en-US" b="1" dirty="0" smtClean="0"/>
              <a:t>Plugins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GitBucket </a:t>
            </a:r>
            <a:r>
              <a:rPr lang="en-US" dirty="0"/>
              <a:t>has a plug-in system that allows extra </a:t>
            </a:r>
            <a:r>
              <a:rPr lang="en-US" dirty="0" smtClean="0"/>
              <a:t>functionality.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1" dirty="0" smtClean="0"/>
              <a:t>gitbucket-pages-plugin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This plugin provides Project Pages functionality for GitBucket based repositories.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1" dirty="0" smtClean="0"/>
              <a:t>gitbucket-notifications-plugin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This plug-in provides notifications feature on </a:t>
            </a:r>
            <a:r>
              <a:rPr lang="en-US" dirty="0" smtClean="0"/>
              <a:t>GitBucket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You </a:t>
            </a:r>
            <a:r>
              <a:rPr lang="en-US" dirty="0"/>
              <a:t>can find more plugins made by the community at </a:t>
            </a:r>
            <a:r>
              <a:rPr lang="en-US" dirty="0">
                <a:hlinkClick r:id="rId2"/>
              </a:rPr>
              <a:t>GitBucket community plugins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04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b="1" i="1" dirty="0" smtClean="0"/>
              <a:t>GitBucket Live Demo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You </a:t>
            </a:r>
            <a:r>
              <a:rPr lang="en-US" dirty="0"/>
              <a:t>can try an online demo </a:t>
            </a:r>
            <a:r>
              <a:rPr lang="en-US" i="1" dirty="0" smtClean="0"/>
              <a:t>(User Id: </a:t>
            </a:r>
            <a:r>
              <a:rPr lang="en-US" i="1" dirty="0"/>
              <a:t>root / Pass: root)</a:t>
            </a:r>
            <a:r>
              <a:rPr lang="en-US" dirty="0"/>
              <a:t> of </a:t>
            </a:r>
            <a:r>
              <a:rPr lang="en-US" dirty="0" smtClean="0"/>
              <a:t>GitBucket.</a:t>
            </a:r>
            <a:r>
              <a:rPr lang="en-US" dirty="0"/>
              <a:t>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hlinkClick r:id="rId2"/>
              </a:rPr>
              <a:t>https://index.scala-lang.org/gitbucket/gitbucket/gitbucket/4.37.2?binaryVersion=_2.13</a:t>
            </a:r>
            <a:r>
              <a:rPr lang="en-US" sz="2000" dirty="0" smtClean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hlinkClick r:id="rId3"/>
              </a:rPr>
              <a:t>https://gitbucket.herokuapp.com/signin?redirect=%</a:t>
            </a:r>
            <a:r>
              <a:rPr lang="en-US" sz="2000" dirty="0" smtClean="0">
                <a:hlinkClick r:id="rId3"/>
              </a:rPr>
              <a:t>2F</a:t>
            </a:r>
            <a:r>
              <a:rPr lang="en-US" sz="2000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14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pPr algn="ctr"/>
            <a:r>
              <a:rPr lang="en-US" b="1" i="1" dirty="0" smtClean="0"/>
              <a:t>Class activity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/>
              <a:t>Git</a:t>
            </a:r>
            <a:r>
              <a:rPr lang="en-US" b="1" dirty="0"/>
              <a:t> </a:t>
            </a:r>
            <a:r>
              <a:rPr lang="en-US" b="1" dirty="0" smtClean="0"/>
              <a:t>and GitHub class activity work as team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Steps</a:t>
            </a:r>
            <a:endParaRPr lang="en-US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Login GitHub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github.com</a:t>
            </a:r>
            <a:r>
              <a:rPr lang="en-US" dirty="0" smtClean="0"/>
              <a:t>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Create repository</a:t>
            </a:r>
            <a:r>
              <a:rPr lang="en-US" dirty="0"/>
              <a:t> </a:t>
            </a:r>
            <a:r>
              <a:rPr lang="en-US" dirty="0" smtClean="0"/>
              <a:t>(Name: DevOps-</a:t>
            </a:r>
            <a:r>
              <a:rPr lang="en-US" b="1" i="1" dirty="0" err="1" smtClean="0"/>
              <a:t>ProjectName</a:t>
            </a:r>
            <a:r>
              <a:rPr lang="en-US" dirty="0" smtClean="0"/>
              <a:t>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Create master branch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91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pPr algn="ctr"/>
            <a:r>
              <a:rPr lang="en-US" b="1" i="1" dirty="0" smtClean="0"/>
              <a:t>Class activity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1" dirty="0"/>
              <a:t>Follow basic </a:t>
            </a:r>
            <a:r>
              <a:rPr lang="en-US" b="1" i="1" dirty="0" err="1"/>
              <a:t>git</a:t>
            </a:r>
            <a:r>
              <a:rPr lang="en-US" b="1" i="1" dirty="0"/>
              <a:t> commands step by step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1" dirty="0" smtClean="0"/>
              <a:t>Steps</a:t>
            </a:r>
            <a:r>
              <a:rPr lang="en-US" sz="2400" b="1" i="1" dirty="0"/>
              <a:t>: </a:t>
            </a:r>
            <a:r>
              <a:rPr lang="en-US" sz="2400" b="1" i="1" dirty="0" err="1"/>
              <a:t>C</a:t>
            </a:r>
            <a:r>
              <a:rPr lang="en-US" sz="2400" b="1" i="1" dirty="0" err="1" smtClean="0"/>
              <a:t>onfig</a:t>
            </a:r>
            <a:r>
              <a:rPr lang="en-US" sz="2400" b="1" i="1" dirty="0" smtClean="0"/>
              <a:t> your Git</a:t>
            </a:r>
            <a:endParaRPr lang="en-US" sz="2400" b="1" i="1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/>
              <a:t>git</a:t>
            </a:r>
            <a:r>
              <a:rPr lang="en-US" dirty="0"/>
              <a:t> </a:t>
            </a:r>
            <a:r>
              <a:rPr lang="en-US" dirty="0" err="1"/>
              <a:t>config</a:t>
            </a:r>
            <a:r>
              <a:rPr lang="en-US" dirty="0"/>
              <a:t> --global user.name "</a:t>
            </a:r>
            <a:r>
              <a:rPr lang="en-US" dirty="0" err="1" smtClean="0"/>
              <a:t>sharifturi</a:t>
            </a:r>
            <a:r>
              <a:rPr lang="en-US" dirty="0" smtClean="0"/>
              <a:t>"</a:t>
            </a:r>
            <a:endParaRPr lang="en-US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/>
              <a:t>git</a:t>
            </a:r>
            <a:r>
              <a:rPr lang="en-US" dirty="0"/>
              <a:t> </a:t>
            </a:r>
            <a:r>
              <a:rPr lang="en-US" dirty="0" err="1" smtClean="0"/>
              <a:t>config</a:t>
            </a:r>
            <a:r>
              <a:rPr lang="en-US" dirty="0"/>
              <a:t> </a:t>
            </a:r>
            <a:r>
              <a:rPr lang="en-US" dirty="0" smtClean="0"/>
              <a:t>--</a:t>
            </a:r>
            <a:r>
              <a:rPr lang="en-US" dirty="0"/>
              <a:t>global </a:t>
            </a:r>
            <a:r>
              <a:rPr lang="en-US" dirty="0" err="1"/>
              <a:t>user.email</a:t>
            </a:r>
            <a:r>
              <a:rPr lang="en-US" dirty="0"/>
              <a:t> </a:t>
            </a:r>
            <a:r>
              <a:rPr lang="en-US" dirty="0" smtClean="0"/>
              <a:t>sharif.netroots@gmail.com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dirty="0" smtClean="0"/>
              <a:t>// Show your </a:t>
            </a:r>
            <a:r>
              <a:rPr lang="en-US" dirty="0" err="1" smtClean="0"/>
              <a:t>config</a:t>
            </a:r>
            <a:r>
              <a:rPr lang="en-US" dirty="0" smtClean="0"/>
              <a:t> list</a:t>
            </a:r>
            <a:endParaRPr lang="en-US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/>
              <a:t>config</a:t>
            </a:r>
            <a:r>
              <a:rPr lang="en-US" dirty="0"/>
              <a:t> --global </a:t>
            </a:r>
            <a:r>
              <a:rPr lang="en-US" dirty="0" smtClean="0"/>
              <a:t>--list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pPr algn="ctr"/>
            <a:r>
              <a:rPr lang="en-US" b="1" i="1" dirty="0" smtClean="0"/>
              <a:t>Class activity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Steps: </a:t>
            </a:r>
            <a:r>
              <a:rPr lang="en-US" dirty="0" err="1" smtClean="0"/>
              <a:t>git</a:t>
            </a:r>
            <a:r>
              <a:rPr lang="en-US" dirty="0" smtClean="0"/>
              <a:t> clone</a:t>
            </a:r>
            <a:endParaRPr lang="en-US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Clone repository to localhost or local Machin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github.com/sharifturi/BCS-VII-A-DevOps.git</a:t>
            </a:r>
            <a:endParaRPr lang="en-US" dirty="0" smtClean="0"/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cd </a:t>
            </a:r>
            <a:r>
              <a:rPr lang="en-US" dirty="0" smtClean="0"/>
              <a:t>BCS-VII-A-DevOps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git</a:t>
            </a:r>
            <a:r>
              <a:rPr lang="en-US" dirty="0"/>
              <a:t> </a:t>
            </a:r>
            <a:r>
              <a:rPr lang="en-US" dirty="0" smtClean="0"/>
              <a:t>status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63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pPr algn="ctr"/>
            <a:r>
              <a:rPr lang="en-US" b="1" i="1" dirty="0" smtClean="0"/>
              <a:t>Class activity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Steps: </a:t>
            </a:r>
            <a:r>
              <a:rPr lang="en-US" dirty="0" err="1" smtClean="0"/>
              <a:t>git</a:t>
            </a:r>
            <a:r>
              <a:rPr lang="en-US" dirty="0" smtClean="0"/>
              <a:t> branches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git</a:t>
            </a:r>
            <a:r>
              <a:rPr lang="en-US" dirty="0"/>
              <a:t> branch </a:t>
            </a:r>
            <a:r>
              <a:rPr lang="en-US" dirty="0" smtClean="0"/>
              <a:t>students-details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git checkout </a:t>
            </a:r>
            <a:r>
              <a:rPr lang="en-US" dirty="0" smtClean="0"/>
              <a:t>shahrukhCode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dirty="0"/>
              <a:t>//Switched to branch </a:t>
            </a:r>
            <a:r>
              <a:rPr lang="en-US" dirty="0" smtClean="0"/>
              <a:t>'shahrukhCode‘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git switch shahrukhCode 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git</a:t>
            </a:r>
            <a:r>
              <a:rPr lang="en-US" dirty="0"/>
              <a:t> switch </a:t>
            </a:r>
            <a:r>
              <a:rPr lang="en-US" dirty="0" smtClean="0"/>
              <a:t>master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dirty="0" smtClean="0"/>
              <a:t>//Switched </a:t>
            </a:r>
            <a:r>
              <a:rPr lang="en-US" dirty="0"/>
              <a:t>to branch </a:t>
            </a:r>
            <a:r>
              <a:rPr lang="en-US" dirty="0" smtClean="0"/>
              <a:t>'master‘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dirty="0" smtClean="0"/>
              <a:t>//Your </a:t>
            </a:r>
            <a:r>
              <a:rPr lang="en-US" dirty="0"/>
              <a:t>branch is up to date with 'origin/master'.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64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pPr algn="ctr"/>
            <a:r>
              <a:rPr lang="en-US" b="1" i="1" dirty="0" smtClean="0"/>
              <a:t>Class activity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Steps: </a:t>
            </a:r>
            <a:r>
              <a:rPr lang="en-US" dirty="0" err="1" smtClean="0"/>
              <a:t>git</a:t>
            </a:r>
            <a:r>
              <a:rPr lang="en-US" dirty="0" smtClean="0"/>
              <a:t> branches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# </a:t>
            </a:r>
            <a:r>
              <a:rPr lang="en-US" dirty="0"/>
              <a:t>/// Choose any Editor for </a:t>
            </a:r>
            <a:r>
              <a:rPr lang="en-US" dirty="0" smtClean="0"/>
              <a:t>coding (Notepad ++)</a:t>
            </a:r>
            <a:endParaRPr lang="en-US" dirty="0"/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add </a:t>
            </a:r>
            <a:r>
              <a:rPr lang="en-US" dirty="0" smtClean="0"/>
              <a:t>.     </a:t>
            </a:r>
            <a:r>
              <a:rPr lang="en-US" b="1" i="1" dirty="0" smtClean="0"/>
              <a:t>OR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git</a:t>
            </a:r>
            <a:r>
              <a:rPr lang="en-US" dirty="0"/>
              <a:t> add </a:t>
            </a:r>
            <a:r>
              <a:rPr lang="en-US" dirty="0" smtClean="0"/>
              <a:t>–A </a:t>
            </a:r>
            <a:r>
              <a:rPr lang="en-US" b="1" i="1" dirty="0" smtClean="0"/>
              <a:t>OR</a:t>
            </a:r>
            <a:endParaRPr lang="en-US" dirty="0" smtClean="0"/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add &lt;</a:t>
            </a:r>
            <a:r>
              <a:rPr lang="en-US" dirty="0" smtClean="0"/>
              <a:t>filename&gt;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commit -m "Type your message here</a:t>
            </a:r>
            <a:r>
              <a:rPr lang="en-US" dirty="0" smtClean="0"/>
              <a:t>...“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git</a:t>
            </a:r>
            <a:r>
              <a:rPr lang="en-US" dirty="0"/>
              <a:t> log (After Git Log press </a:t>
            </a:r>
            <a:r>
              <a:rPr lang="en-US" dirty="0" err="1"/>
              <a:t>shift+q</a:t>
            </a:r>
            <a:r>
              <a:rPr lang="en-US" dirty="0" smtClean="0"/>
              <a:t>)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git</a:t>
            </a:r>
            <a:r>
              <a:rPr lang="en-US" dirty="0"/>
              <a:t> show &lt;</a:t>
            </a:r>
            <a:r>
              <a:rPr lang="en-US" dirty="0" err="1"/>
              <a:t>commit_id</a:t>
            </a:r>
            <a:r>
              <a:rPr lang="en-US" dirty="0"/>
              <a:t>&gt;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1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pPr algn="ctr"/>
            <a:r>
              <a:rPr lang="en-US" b="1" i="1" dirty="0" smtClean="0"/>
              <a:t>Class activity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Steps: git push</a:t>
            </a:r>
            <a:endParaRPr lang="en-US" dirty="0"/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git</a:t>
            </a:r>
            <a:r>
              <a:rPr lang="en-US" dirty="0"/>
              <a:t> push -u origin  </a:t>
            </a:r>
            <a:r>
              <a:rPr lang="en-US" dirty="0" smtClean="0"/>
              <a:t>master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git </a:t>
            </a:r>
            <a:r>
              <a:rPr lang="en-US" dirty="0"/>
              <a:t>push --set-upstream origin </a:t>
            </a:r>
            <a:r>
              <a:rPr lang="en-US" dirty="0" smtClean="0"/>
              <a:t>master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git</a:t>
            </a:r>
            <a:r>
              <a:rPr lang="en-US" dirty="0"/>
              <a:t> push --all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6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pPr algn="ctr"/>
            <a:r>
              <a:rPr lang="en-US" b="1" i="1" dirty="0" smtClean="0"/>
              <a:t>Class activity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Steps: # </a:t>
            </a:r>
            <a:r>
              <a:rPr lang="en-US" dirty="0"/>
              <a:t>For 2nd </a:t>
            </a:r>
            <a:r>
              <a:rPr lang="en-US" dirty="0" smtClean="0"/>
              <a:t>person </a:t>
            </a:r>
            <a:r>
              <a:rPr lang="en-US" dirty="0"/>
              <a:t>Git </a:t>
            </a:r>
            <a:r>
              <a:rPr lang="en-US" dirty="0" smtClean="0"/>
              <a:t>process steps</a:t>
            </a:r>
            <a:endParaRPr lang="en-US" dirty="0"/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git </a:t>
            </a:r>
            <a:r>
              <a:rPr lang="en-US" dirty="0"/>
              <a:t>remote add origin </a:t>
            </a:r>
            <a:r>
              <a:rPr lang="en-US" dirty="0" err="1" smtClean="0">
                <a:hlinkClick r:id="rId2"/>
              </a:rPr>
              <a:t>git@github.com:sharifturi</a:t>
            </a:r>
            <a:r>
              <a:rPr lang="en-US" dirty="0" smtClean="0">
                <a:hlinkClick r:id="rId2"/>
              </a:rPr>
              <a:t>/DevOps-BCS-</a:t>
            </a:r>
            <a:r>
              <a:rPr lang="en-US" dirty="0" err="1" smtClean="0">
                <a:hlinkClick r:id="rId2"/>
              </a:rPr>
              <a:t>B.git</a:t>
            </a:r>
            <a:endParaRPr lang="en-US" dirty="0" smtClean="0"/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 smtClean="0">
                <a:solidFill>
                  <a:srgbClr val="24292F"/>
                </a:solidFill>
                <a:latin typeface="-apple-system"/>
              </a:rPr>
              <a:t>https</a:t>
            </a:r>
            <a:r>
              <a:rPr lang="en-US" altLang="en-US" dirty="0">
                <a:solidFill>
                  <a:srgbClr val="24292F"/>
                </a:solidFill>
                <a:latin typeface="-apple-system"/>
              </a:rPr>
              <a:t>://</a:t>
            </a:r>
            <a:r>
              <a:rPr lang="en-US" altLang="en-US" dirty="0" smtClean="0">
                <a:solidFill>
                  <a:srgbClr val="24292F"/>
                </a:solidFill>
                <a:latin typeface="-apple-system"/>
              </a:rPr>
              <a:t>github.com/sharifturi/DevOps-BCS-B</a:t>
            </a:r>
            <a:endParaRPr lang="en-US" dirty="0" smtClean="0"/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User name: </a:t>
            </a:r>
            <a:r>
              <a:rPr lang="en-US" dirty="0" err="1" smtClean="0"/>
              <a:t>abcd</a:t>
            </a:r>
            <a:endParaRPr lang="en-US" dirty="0" smtClean="0"/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Password: ****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git </a:t>
            </a:r>
            <a:r>
              <a:rPr lang="en-US" dirty="0"/>
              <a:t>pull origin </a:t>
            </a:r>
            <a:r>
              <a:rPr lang="en-US" dirty="0" smtClean="0"/>
              <a:t>master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git branch </a:t>
            </a:r>
            <a:r>
              <a:rPr lang="en-US" smtClean="0"/>
              <a:t>newbranch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32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pPr algn="ctr"/>
            <a:r>
              <a:rPr lang="en-US" b="1" i="1" dirty="0" smtClean="0"/>
              <a:t>Class activity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Steps: # </a:t>
            </a:r>
            <a:r>
              <a:rPr lang="en-US" dirty="0"/>
              <a:t>For 2nd </a:t>
            </a:r>
            <a:r>
              <a:rPr lang="en-US" dirty="0" smtClean="0"/>
              <a:t>person </a:t>
            </a:r>
            <a:r>
              <a:rPr lang="en-US" dirty="0"/>
              <a:t>Git </a:t>
            </a:r>
            <a:r>
              <a:rPr lang="en-US" dirty="0" smtClean="0"/>
              <a:t>process steps</a:t>
            </a:r>
            <a:endParaRPr lang="en-US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solidFill>
                  <a:srgbClr val="24292F"/>
                </a:solidFill>
                <a:latin typeface="-apple-system"/>
              </a:rPr>
              <a:t>A </a:t>
            </a:r>
            <a:r>
              <a:rPr lang="en-US" altLang="en-US" sz="1800" dirty="0">
                <a:solidFill>
                  <a:srgbClr val="24292F"/>
                </a:solidFill>
                <a:latin typeface="-apple-system"/>
              </a:rPr>
              <a:t>new URL for the remote. For </a:t>
            </a:r>
            <a:r>
              <a:rPr lang="en-US" altLang="en-US" sz="1800" dirty="0" smtClean="0">
                <a:solidFill>
                  <a:srgbClr val="24292F"/>
                </a:solidFill>
                <a:latin typeface="-apple-system"/>
              </a:rPr>
              <a:t>example: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600" dirty="0" smtClean="0">
                <a:solidFill>
                  <a:srgbClr val="24292F"/>
                </a:solidFill>
                <a:latin typeface="-apple-system"/>
              </a:rPr>
              <a:t>If </a:t>
            </a:r>
            <a:r>
              <a:rPr lang="en-US" altLang="en-US" sz="1600" dirty="0">
                <a:solidFill>
                  <a:srgbClr val="24292F"/>
                </a:solidFill>
                <a:latin typeface="-apple-system"/>
              </a:rPr>
              <a:t>you're updating to use HTTPS, your URL might look </a:t>
            </a:r>
            <a:r>
              <a:rPr lang="en-US" altLang="en-US" sz="1600" dirty="0" smtClean="0">
                <a:solidFill>
                  <a:srgbClr val="24292F"/>
                </a:solidFill>
                <a:latin typeface="-apple-system"/>
              </a:rPr>
              <a:t>like: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solidFill>
                  <a:srgbClr val="24292F"/>
                </a:solidFill>
                <a:latin typeface="ui-monospace"/>
                <a:hlinkClick r:id="rId2"/>
              </a:rPr>
              <a:t>https://github.com/</a:t>
            </a:r>
            <a:r>
              <a:rPr lang="en-US" altLang="en-US" sz="1400" i="1" dirty="0" smtClean="0">
                <a:solidFill>
                  <a:srgbClr val="24292F"/>
                </a:solidFill>
                <a:latin typeface="ui-monospace"/>
                <a:hlinkClick r:id="rId2"/>
              </a:rPr>
              <a:t>USERNAME</a:t>
            </a:r>
            <a:r>
              <a:rPr lang="en-US" altLang="en-US" sz="1400" dirty="0" smtClean="0">
                <a:solidFill>
                  <a:srgbClr val="24292F"/>
                </a:solidFill>
                <a:latin typeface="ui-monospace"/>
                <a:hlinkClick r:id="rId2"/>
              </a:rPr>
              <a:t>/</a:t>
            </a:r>
            <a:r>
              <a:rPr lang="en-US" altLang="en-US" sz="1400" i="1" dirty="0" smtClean="0">
                <a:solidFill>
                  <a:srgbClr val="24292F"/>
                </a:solidFill>
                <a:latin typeface="ui-monospace"/>
                <a:hlinkClick r:id="rId2"/>
              </a:rPr>
              <a:t>REPOSITORY</a:t>
            </a:r>
            <a:r>
              <a:rPr lang="en-US" altLang="en-US" sz="1400" dirty="0" smtClean="0">
                <a:solidFill>
                  <a:srgbClr val="24292F"/>
                </a:solidFill>
                <a:latin typeface="ui-monospace"/>
                <a:hlinkClick r:id="rId2"/>
              </a:rPr>
              <a:t>.git</a:t>
            </a:r>
            <a:r>
              <a:rPr lang="en-US" altLang="en-US" sz="1400" dirty="0" smtClean="0">
                <a:solidFill>
                  <a:srgbClr val="24292F"/>
                </a:solidFill>
                <a:latin typeface="ui-monospace"/>
              </a:rPr>
              <a:t> </a:t>
            </a:r>
            <a:endParaRPr lang="en-US" altLang="en-US" sz="1400" dirty="0">
              <a:solidFill>
                <a:srgbClr val="24292F"/>
              </a:solidFill>
              <a:latin typeface="-apple-system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solidFill>
                  <a:srgbClr val="24292F"/>
                </a:solidFill>
                <a:latin typeface="-apple-system"/>
              </a:rPr>
              <a:t>If </a:t>
            </a:r>
            <a:r>
              <a:rPr lang="en-US" altLang="en-US" sz="1800" dirty="0">
                <a:solidFill>
                  <a:srgbClr val="24292F"/>
                </a:solidFill>
                <a:latin typeface="-apple-system"/>
              </a:rPr>
              <a:t>you're updating to use SSH, your URL might look </a:t>
            </a:r>
            <a:r>
              <a:rPr lang="en-US" altLang="en-US" sz="1800" dirty="0" smtClean="0">
                <a:solidFill>
                  <a:srgbClr val="24292F"/>
                </a:solidFill>
                <a:latin typeface="-apple-system"/>
              </a:rPr>
              <a:t>like: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solidFill>
                  <a:srgbClr val="24292F"/>
                </a:solidFill>
                <a:latin typeface="ui-monospace"/>
                <a:hlinkClick r:id="rId3"/>
              </a:rPr>
              <a:t>git@github.com:USERNAME/</a:t>
            </a:r>
            <a:r>
              <a:rPr lang="en-US" altLang="en-US" sz="1400" dirty="0" err="1" smtClean="0">
                <a:solidFill>
                  <a:srgbClr val="24292F"/>
                </a:solidFill>
                <a:latin typeface="ui-monospace"/>
                <a:hlinkClick r:id="rId3"/>
              </a:rPr>
              <a:t>REPOSITORY.git</a:t>
            </a:r>
            <a:r>
              <a:rPr lang="en-US" altLang="en-US" sz="1400" dirty="0">
                <a:solidFill>
                  <a:srgbClr val="24292F"/>
                </a:solidFill>
                <a:latin typeface="ui-monospace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65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b="1" i="1" dirty="0"/>
              <a:t>Thanks</a:t>
            </a:r>
            <a:endParaRPr lang="en-US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3900" dirty="0" smtClean="0"/>
              <a:t>…?</a:t>
            </a:r>
            <a:endParaRPr lang="en-US" sz="23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8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7790</TotalTime>
  <Words>491</Words>
  <Application>Microsoft Office PowerPoint</Application>
  <PresentationFormat>Widescreen</PresentationFormat>
  <Paragraphs>128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-apple-system</vt:lpstr>
      <vt:lpstr>Arial</vt:lpstr>
      <vt:lpstr>Calibri</vt:lpstr>
      <vt:lpstr>Calibri Light</vt:lpstr>
      <vt:lpstr>ui-monospace</vt:lpstr>
      <vt:lpstr>Wingdings</vt:lpstr>
      <vt:lpstr>Office Theme</vt:lpstr>
      <vt:lpstr>Previous Lecture</vt:lpstr>
      <vt:lpstr>Lecture-09</vt:lpstr>
      <vt:lpstr>Contents</vt:lpstr>
      <vt:lpstr>GitBucket</vt:lpstr>
      <vt:lpstr>Scala</vt:lpstr>
      <vt:lpstr>GitBucket Features</vt:lpstr>
      <vt:lpstr>GitBucket Plugins</vt:lpstr>
      <vt:lpstr>GitBucket Plugins (Cont.)</vt:lpstr>
      <vt:lpstr>GitBucket Live Demo</vt:lpstr>
      <vt:lpstr>Class activity</vt:lpstr>
      <vt:lpstr>Class activity (Cont.)</vt:lpstr>
      <vt:lpstr>Class activity (Cont.)</vt:lpstr>
      <vt:lpstr>Class activity (Cont.)</vt:lpstr>
      <vt:lpstr>Class activity (Cont.)</vt:lpstr>
      <vt:lpstr>Class activity (Cont.)</vt:lpstr>
      <vt:lpstr>Class activity (Cont.)</vt:lpstr>
      <vt:lpstr>Class activity (Cont.)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Muhammad Hanif</dc:creator>
  <cp:lastModifiedBy>Sharif Hussain</cp:lastModifiedBy>
  <cp:revision>1004</cp:revision>
  <dcterms:created xsi:type="dcterms:W3CDTF">2017-02-21T04:58:17Z</dcterms:created>
  <dcterms:modified xsi:type="dcterms:W3CDTF">2022-04-27T21:24:11Z</dcterms:modified>
</cp:coreProperties>
</file>